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7"/>
    <p:restoredTop sz="94583"/>
  </p:normalViewPr>
  <p:slideViewPr>
    <p:cSldViewPr snapToGrid="0">
      <p:cViewPr varScale="1">
        <p:scale>
          <a:sx n="112" d="100"/>
          <a:sy n="112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Merlis, Allyson" userId="28b42ce4-cd15-47ee-9a1b-e83948905ba4" providerId="ADAL" clId="{1F727AC3-1378-5488-A948-2775A600D828}"/>
    <pc:docChg chg="custSel modSld">
      <pc:chgData name="DeMerlis, Allyson" userId="28b42ce4-cd15-47ee-9a1b-e83948905ba4" providerId="ADAL" clId="{1F727AC3-1378-5488-A948-2775A600D828}" dt="2026-07-30T00:55:07.236" v="15" actId="1076"/>
      <pc:docMkLst>
        <pc:docMk/>
      </pc:docMkLst>
      <pc:sldChg chg="delSp modSp mod">
        <pc:chgData name="DeMerlis, Allyson" userId="28b42ce4-cd15-47ee-9a1b-e83948905ba4" providerId="ADAL" clId="{1F727AC3-1378-5488-A948-2775A600D828}" dt="2026-07-30T00:55:07.236" v="15" actId="1076"/>
        <pc:sldMkLst>
          <pc:docMk/>
          <pc:sldMk cId="338054626" sldId="256"/>
        </pc:sldMkLst>
        <pc:picChg chg="mod">
          <ac:chgData name="DeMerlis, Allyson" userId="28b42ce4-cd15-47ee-9a1b-e83948905ba4" providerId="ADAL" clId="{1F727AC3-1378-5488-A948-2775A600D828}" dt="2026-07-21T05:54:46.600" v="9" actId="1076"/>
          <ac:picMkLst>
            <pc:docMk/>
            <pc:sldMk cId="338054626" sldId="256"/>
            <ac:picMk id="6" creationId="{3647B2A3-5637-3BD5-DC50-124EC2901EFE}"/>
          </ac:picMkLst>
        </pc:picChg>
        <pc:picChg chg="mod">
          <ac:chgData name="DeMerlis, Allyson" userId="28b42ce4-cd15-47ee-9a1b-e83948905ba4" providerId="ADAL" clId="{1F727AC3-1378-5488-A948-2775A600D828}" dt="2026-07-21T05:54:54.950" v="13" actId="1076"/>
          <ac:picMkLst>
            <pc:docMk/>
            <pc:sldMk cId="338054626" sldId="256"/>
            <ac:picMk id="15" creationId="{0D753720-1AB1-2F6E-4055-0AB73769CD3D}"/>
          </ac:picMkLst>
        </pc:picChg>
        <pc:picChg chg="mod">
          <ac:chgData name="DeMerlis, Allyson" userId="28b42ce4-cd15-47ee-9a1b-e83948905ba4" providerId="ADAL" clId="{1F727AC3-1378-5488-A948-2775A600D828}" dt="2026-07-30T00:55:07.236" v="15" actId="1076"/>
          <ac:picMkLst>
            <pc:docMk/>
            <pc:sldMk cId="338054626" sldId="256"/>
            <ac:picMk id="17" creationId="{BC097115-10BD-BCDD-13E0-88699AFF93B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03E6-4BDA-F2FC-3C95-EFD939F56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229F62-0EEA-9FE2-1622-A97F1F43F7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EE12C-064C-8275-F878-44F99ECEE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DEC43-4015-149D-6FCA-F4817739B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E6021-9588-9B43-E87C-5FB0F7FAC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36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E6B4B-7083-FE3A-0B9D-11C90E2F6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710A6-AC7E-28A2-CF6A-A34EE9B71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371AA-8715-A939-D503-4C0CA125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46324-959E-4153-6D80-011774F7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2EE10-B55F-B544-C617-8574D61E3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563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146B5-F488-B6B8-6C1E-C2556DF4B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C9953D-0C17-BF3B-1439-355C6C31F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3C99D-1420-13C3-3526-9F837A469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F882C-4C36-BB11-0548-0205C6A8A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A2761-6893-06BC-D3D6-75E18AEAB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317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105A-A3C9-C531-0E18-20E7C1F42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33EF9-47A7-E3D8-D07D-01173A6D18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47D6E5-EB68-3EFF-9CAC-412BEF22A1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8379FC-EF7B-3710-5031-FC2818B0A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16A5E4-3ABC-6B93-CAB6-94169BB9A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CACB5-3F12-150A-4C95-D1D9B4AEE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828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B86F2-2C6F-1D8F-B908-195D630DF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A530DA-F20C-AD68-29DF-1FBC14F5C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C6C098-33CF-2CB1-5748-9AA0DA4454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426BA-35A8-ADBD-13D2-3AD016F2CF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11169D-13F9-A487-5EB5-047D8B22F4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FFEEC8-C015-65F6-5E91-236A076DF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2C602A-6F45-B289-7B9D-13B223BC9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2E839-9EC0-4073-B907-C7C3AE2B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082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59673-480E-1D1C-11BD-E46CACC2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111154-05F7-8D06-CDA0-FB5E272D2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A27603-993E-CDE3-3B6C-88D16E547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A77A9F-BA8E-6097-3058-93F394D7C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265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303F8D-86E9-7DB0-211C-8A3CACD6A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FE309B-3717-5CDA-A271-7E4A5D3B1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1C460-19C6-52A2-4A95-4E61EE9AD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395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FDD2E-0C2E-AFDF-2B24-274356A04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8286C-F70B-3931-96C0-574C2CACB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1F3105-4530-F518-EC24-EF753150E1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CD7CF4-290A-BB99-9CC7-0E8820CB4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C87783-4A0B-8E8A-44AF-3CD20E6C0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0464C-9448-3472-0A91-59C976C5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90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5DE71-0DB8-9E71-ED22-AD9D694B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5DE1C6-61C3-08C3-92DC-31FDE83BD0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F14B4E-2FC1-1259-829F-BAF3DD067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4BCB7-CE0E-A7D3-C439-2C22FC67C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9B825-7A60-E26F-9C8D-033244051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BF6342-7AC1-6907-61E4-7046F66BB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918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9F4CC-DC82-3A7C-1963-6889B35F1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8ED0A7-299E-CA0B-FF67-0F3BC897B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F2563-8184-4267-212D-093817AEB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4DB03-1CAD-56D1-C2D1-5C547382E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621D27-AA18-C57C-08CA-3A32C6C00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444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3C712D-ECD7-BED4-A694-8DA1EF24D4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CC63BA-DA96-D111-1388-24DBCBDF7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1680BD-CAAF-B3CA-B5FC-D644F1875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0DD05-B721-D1C5-359E-42730D770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33E814-7A9B-6D3D-1A66-A8DE2D2B6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840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0155E9-5668-F9FB-5AE1-9E3D9C4C4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6AF5E-3AE0-1995-8E76-ADF48CE93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FDDDB3-1AB8-E77A-2B6D-5C8886AB0A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DE5DD7-F168-A54C-A0C2-C01F9E9FC9F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FD0972-7477-F80E-15F3-63AD0DFAB1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48686-37EF-27F4-9332-D56FA860B4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DB9A7B-7A05-394A-91F7-33BB70AD6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763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fish tank with fingers in it&#10;&#10;AI-generated content may be incorrect.">
            <a:extLst>
              <a:ext uri="{FF2B5EF4-FFF2-40B4-BE49-F238E27FC236}">
                <a16:creationId xmlns:a16="http://schemas.microsoft.com/office/drawing/2014/main" id="{3647B2A3-5637-3BD5-DC50-124EC2901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91" y="362215"/>
            <a:ext cx="7772400" cy="2306311"/>
          </a:xfrm>
          <a:prstGeom prst="rect">
            <a:avLst/>
          </a:prstGeom>
        </p:spPr>
      </p:pic>
      <p:pic>
        <p:nvPicPr>
          <p:cNvPr id="15" name="Picture 14" descr="A test tube with a test tube and a test tube with a hand print&#10;&#10;AI-generated content may be incorrect.">
            <a:extLst>
              <a:ext uri="{FF2B5EF4-FFF2-40B4-BE49-F238E27FC236}">
                <a16:creationId xmlns:a16="http://schemas.microsoft.com/office/drawing/2014/main" id="{0D753720-1AB1-2F6E-4055-0AB73769C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95304"/>
            <a:ext cx="2642320" cy="2739943"/>
          </a:xfrm>
          <a:prstGeom prst="rect">
            <a:avLst/>
          </a:prstGeom>
        </p:spPr>
      </p:pic>
      <p:pic>
        <p:nvPicPr>
          <p:cNvPr id="17" name="Picture 16" descr="A computer and monitor with text&#10;&#10;AI-generated content may be incorrect.">
            <a:extLst>
              <a:ext uri="{FF2B5EF4-FFF2-40B4-BE49-F238E27FC236}">
                <a16:creationId xmlns:a16="http://schemas.microsoft.com/office/drawing/2014/main" id="{BC097115-10BD-BCDD-13E0-88699AFF93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90"/>
          <a:stretch>
            <a:fillRect/>
          </a:stretch>
        </p:blipFill>
        <p:spPr>
          <a:xfrm>
            <a:off x="3320162" y="2668526"/>
            <a:ext cx="4481639" cy="2715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54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12667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Demerlis, Allyson Nicole</dc:creator>
  <cp:lastModifiedBy>DeMerlis, Allyson</cp:lastModifiedBy>
  <cp:revision>1</cp:revision>
  <dcterms:created xsi:type="dcterms:W3CDTF">2025-12-30T20:08:30Z</dcterms:created>
  <dcterms:modified xsi:type="dcterms:W3CDTF">2026-07-30T00:55:17Z</dcterms:modified>
</cp:coreProperties>
</file>