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1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F03E6-4BDA-F2FC-3C95-EFD939F567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229F62-0EEA-9FE2-1622-A97F1F43F7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0EE12C-064C-8275-F878-44F99ECEE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DEC43-4015-149D-6FCA-F4817739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E6021-9588-9B43-E87C-5FB0F7FA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736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E6B4B-7083-FE3A-0B9D-11C90E2F6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710A6-AC7E-28A2-CF6A-A34EE9B71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371AA-8715-A939-D503-4C0CA125E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46324-959E-4153-6D80-011774F78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2EE10-B55F-B544-C617-8574D61E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6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46B5-F488-B6B8-6C1E-C2556DF4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9953D-0C17-BF3B-1439-355C6C31F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E3C99D-1420-13C3-3526-9F837A469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F882C-4C36-BB11-0548-0205C6A8A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A2761-6893-06BC-D3D6-75E18AEA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31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2105A-A3C9-C531-0E18-20E7C1F42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33EF9-47A7-E3D8-D07D-01173A6D1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47D6E5-EB68-3EFF-9CAC-412BEF22A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8379FC-EF7B-3710-5031-FC2818B0A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6A5E4-3ABC-6B93-CAB6-94169BB9A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2CACB5-3F12-150A-4C95-D1D9B4AEE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2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B86F2-2C6F-1D8F-B908-195D630D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530DA-F20C-AD68-29DF-1FBC14F5C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6C098-33CF-2CB1-5748-9AA0DA445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9426BA-35A8-ADBD-13D2-3AD016F2CF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11169D-13F9-A487-5EB5-047D8B22F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FFEEC8-C015-65F6-5E91-236A076DF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C602A-6F45-B289-7B9D-13B223BC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2E839-9EC0-4073-B907-C7C3AE2B8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8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59673-480E-1D1C-11BD-E46CACC2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11154-05F7-8D06-CDA0-FB5E272D2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A27603-993E-CDE3-3B6C-88D16E547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A77A9F-BA8E-6097-3058-93F394D7C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265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303F8D-86E9-7DB0-211C-8A3CACD6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E309B-3717-5CDA-A271-7E4A5D3B1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1C460-19C6-52A2-4A95-4E61EE9AD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95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DD2E-0C2E-AFDF-2B24-274356A04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8286C-F70B-3931-96C0-574C2CACB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1F3105-4530-F518-EC24-EF753150E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D7CF4-290A-BB99-9CC7-0E8820CB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87783-4A0B-8E8A-44AF-3CD20E6C0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0464C-9448-3472-0A91-59C976C5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790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5DE71-0DB8-9E71-ED22-AD9D694B1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5DE1C6-61C3-08C3-92DC-31FDE83BD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14B4E-2FC1-1259-829F-BAF3DD067E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4BCB7-CE0E-A7D3-C439-2C22FC67C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B825-7A60-E26F-9C8D-03324405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F6342-7AC1-6907-61E4-7046F66BB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18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9F4CC-DC82-3A7C-1963-6889B35F1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ED0A7-299E-CA0B-FF67-0F3BC897B3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F2563-8184-4267-212D-093817AE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4DB03-1CAD-56D1-C2D1-5C547382E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21D27-AA18-C57C-08CA-3A32C6C0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444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3C712D-ECD7-BED4-A694-8DA1EF24D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C63BA-DA96-D111-1388-24DBCBDF7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680BD-CAAF-B3CA-B5FC-D644F187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0DD05-B721-D1C5-359E-42730D770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3E814-7A9B-6D3D-1A66-A8DE2D2B6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40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155E9-5668-F9FB-5AE1-9E3D9C4C4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6AF5E-3AE0-1995-8E76-ADF48CE93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DDDB3-1AB8-E77A-2B6D-5C8886AB0A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E5DD7-F168-A54C-A0C2-C01F9E9FC9F0}" type="datetimeFigureOut">
              <a:rPr lang="en-US" smtClean="0"/>
              <a:t>12/30/25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FD0972-7477-F80E-15F3-63AD0DFAB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48686-37EF-27F4-9332-D56FA860B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B9A7B-7A05-394A-91F7-33BB70AD6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6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tif"/><Relationship Id="rId5" Type="http://schemas.openxmlformats.org/officeDocument/2006/relationships/image" Target="../media/image4.tif"/><Relationship Id="rId4" Type="http://schemas.openxmlformats.org/officeDocument/2006/relationships/image" Target="../media/image3.t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fish tank with fingers in it&#10;&#10;AI-generated content may be incorrect.">
            <a:extLst>
              <a:ext uri="{FF2B5EF4-FFF2-40B4-BE49-F238E27FC236}">
                <a16:creationId xmlns:a16="http://schemas.microsoft.com/office/drawing/2014/main" id="{3647B2A3-5637-3BD5-DC50-124EC2901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795" y="578378"/>
            <a:ext cx="7772400" cy="2306311"/>
          </a:xfrm>
          <a:prstGeom prst="rect">
            <a:avLst/>
          </a:prstGeom>
        </p:spPr>
      </p:pic>
      <p:pic>
        <p:nvPicPr>
          <p:cNvPr id="7" name="Picture 6" descr="Close-up of a coral reef&#10;&#10;AI-generated content may be incorrect.">
            <a:extLst>
              <a:ext uri="{FF2B5EF4-FFF2-40B4-BE49-F238E27FC236}">
                <a16:creationId xmlns:a16="http://schemas.microsoft.com/office/drawing/2014/main" id="{5DC77973-CD92-2F49-CA62-906477FB1B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34" y="694098"/>
            <a:ext cx="2891102" cy="2168326"/>
          </a:xfrm>
          <a:prstGeom prst="rect">
            <a:avLst/>
          </a:prstGeom>
        </p:spPr>
      </p:pic>
      <p:pic>
        <p:nvPicPr>
          <p:cNvPr id="8" name="Picture 7" descr="A close up of a sea creature&#10;&#10;AI-generated content may be incorrect.">
            <a:extLst>
              <a:ext uri="{FF2B5EF4-FFF2-40B4-BE49-F238E27FC236}">
                <a16:creationId xmlns:a16="http://schemas.microsoft.com/office/drawing/2014/main" id="{7381B190-6502-FB72-2D98-433C0EC75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64" y="3278806"/>
            <a:ext cx="2231480" cy="16635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FE7900-8F94-06A4-C223-FE37037322D6}"/>
              </a:ext>
            </a:extLst>
          </p:cNvPr>
          <p:cNvSpPr txBox="1"/>
          <p:nvPr/>
        </p:nvSpPr>
        <p:spPr>
          <a:xfrm>
            <a:off x="1726026" y="4535135"/>
            <a:ext cx="17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Hour 1</a:t>
            </a:r>
          </a:p>
        </p:txBody>
      </p:sp>
      <p:pic>
        <p:nvPicPr>
          <p:cNvPr id="10" name="Picture 9" descr="A close up of a sea creature&#10;&#10;AI-generated content may be incorrect.">
            <a:extLst>
              <a:ext uri="{FF2B5EF4-FFF2-40B4-BE49-F238E27FC236}">
                <a16:creationId xmlns:a16="http://schemas.microsoft.com/office/drawing/2014/main" id="{ED3CDC0A-403D-DD35-AA41-A418500BF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64" y="4988111"/>
            <a:ext cx="2231480" cy="16635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46A5A72-FF81-5953-0F16-098C960A0443}"/>
              </a:ext>
            </a:extLst>
          </p:cNvPr>
          <p:cNvSpPr txBox="1"/>
          <p:nvPr/>
        </p:nvSpPr>
        <p:spPr>
          <a:xfrm>
            <a:off x="454351" y="6282367"/>
            <a:ext cx="17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Hour 2</a:t>
            </a:r>
          </a:p>
        </p:txBody>
      </p:sp>
      <p:pic>
        <p:nvPicPr>
          <p:cNvPr id="12" name="Picture 11" descr="A close up of a sea creature&#10;&#10;AI-generated content may be incorrect.">
            <a:extLst>
              <a:ext uri="{FF2B5EF4-FFF2-40B4-BE49-F238E27FC236}">
                <a16:creationId xmlns:a16="http://schemas.microsoft.com/office/drawing/2014/main" id="{581F674C-26F3-8859-8CAB-9B5D605CF54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5705"/>
          <a:stretch>
            <a:fillRect/>
          </a:stretch>
        </p:blipFill>
        <p:spPr>
          <a:xfrm>
            <a:off x="2706209" y="4125884"/>
            <a:ext cx="2027450" cy="179309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471CDC-2C5D-FD40-1421-5CDBA0C06F13}"/>
              </a:ext>
            </a:extLst>
          </p:cNvPr>
          <p:cNvSpPr txBox="1"/>
          <p:nvPr/>
        </p:nvSpPr>
        <p:spPr>
          <a:xfrm>
            <a:off x="2706208" y="5406947"/>
            <a:ext cx="17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Hour 4</a:t>
            </a:r>
          </a:p>
        </p:txBody>
      </p:sp>
      <p:pic>
        <p:nvPicPr>
          <p:cNvPr id="15" name="Picture 14" descr="A test tube with a test tube and a test tube with a hand print&#10;&#10;AI-generated content may be incorrect.">
            <a:extLst>
              <a:ext uri="{FF2B5EF4-FFF2-40B4-BE49-F238E27FC236}">
                <a16:creationId xmlns:a16="http://schemas.microsoft.com/office/drawing/2014/main" id="{0D753720-1AB1-2F6E-4055-0AB73769CD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6023" y="3671173"/>
            <a:ext cx="2642320" cy="2739943"/>
          </a:xfrm>
          <a:prstGeom prst="rect">
            <a:avLst/>
          </a:prstGeom>
        </p:spPr>
      </p:pic>
      <p:pic>
        <p:nvPicPr>
          <p:cNvPr id="17" name="Picture 16" descr="A computer and monitor with text&#10;&#10;AI-generated content may be incorrect.">
            <a:extLst>
              <a:ext uri="{FF2B5EF4-FFF2-40B4-BE49-F238E27FC236}">
                <a16:creationId xmlns:a16="http://schemas.microsoft.com/office/drawing/2014/main" id="{BC097115-10BD-BCDD-13E0-88699AFF93B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190"/>
          <a:stretch>
            <a:fillRect/>
          </a:stretch>
        </p:blipFill>
        <p:spPr>
          <a:xfrm>
            <a:off x="7710361" y="3695372"/>
            <a:ext cx="4481639" cy="2715744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71F79B7C-4571-8143-337F-23F6EEDB8FDF}"/>
              </a:ext>
            </a:extLst>
          </p:cNvPr>
          <p:cNvSpPr/>
          <p:nvPr/>
        </p:nvSpPr>
        <p:spPr>
          <a:xfrm>
            <a:off x="1319514" y="1400537"/>
            <a:ext cx="1296594" cy="1252179"/>
          </a:xfrm>
          <a:prstGeom prst="ellipse">
            <a:avLst/>
          </a:prstGeom>
          <a:noFill/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338F1B-E36E-988C-958E-FEF67F4C397D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2616108" y="2026627"/>
            <a:ext cx="12266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54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Demerlis, Allyson Nicole</dc:creator>
  <cp:lastModifiedBy>Demerlis, Allyson Nicole</cp:lastModifiedBy>
  <cp:revision>1</cp:revision>
  <dcterms:created xsi:type="dcterms:W3CDTF">2025-12-30T20:08:30Z</dcterms:created>
  <dcterms:modified xsi:type="dcterms:W3CDTF">2025-12-30T20:14:08Z</dcterms:modified>
</cp:coreProperties>
</file>